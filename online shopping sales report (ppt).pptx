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10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47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78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5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1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0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5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3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17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7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1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91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Shopping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Sales, Profit &amp; Growth Dataset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Columns Included:</a:t>
            </a:r>
          </a:p>
          <a:p>
            <a:r>
              <a:t>• Order ID, Order Date</a:t>
            </a:r>
          </a:p>
          <a:p>
            <a:r>
              <a:t>• Customer Type, Product Category</a:t>
            </a:r>
          </a:p>
          <a:p>
            <a:r>
              <a:t>• Sales, Cost, Profit</a:t>
            </a:r>
          </a:p>
          <a:p>
            <a:r>
              <a:t>• Previous Month Sales</a:t>
            </a:r>
          </a:p>
          <a:p>
            <a:r>
              <a:t>• Sales Growth 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Important KPIs:</a:t>
            </a:r>
          </a:p>
          <a:p>
            <a:r>
              <a:t>• Total Sales</a:t>
            </a:r>
          </a:p>
          <a:p>
            <a:r>
              <a:t>• Total Profit</a:t>
            </a:r>
          </a:p>
          <a:p>
            <a:r>
              <a:t>• Profit Margin</a:t>
            </a:r>
          </a:p>
          <a:p>
            <a:r>
              <a:t>• Sales Growth Trend</a:t>
            </a:r>
          </a:p>
          <a:p>
            <a:r>
              <a:t>• Customer Type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Possible Observations:</a:t>
            </a:r>
          </a:p>
          <a:p>
            <a:r>
              <a:t>• Electronics generates highest revenue</a:t>
            </a:r>
          </a:p>
          <a:p>
            <a:r>
              <a:t>• Returning customers contribute stable profit</a:t>
            </a:r>
          </a:p>
          <a:p>
            <a:r>
              <a:t>• Growth higher in seasonal categories</a:t>
            </a:r>
          </a:p>
          <a:p>
            <a:r>
              <a:t>• Groceries have low margin but high demand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Recommendations:</a:t>
            </a:r>
          </a:p>
          <a:p>
            <a:r>
              <a:t>• Increase marketing for high-margin products</a:t>
            </a:r>
          </a:p>
          <a:p>
            <a:r>
              <a:t>• Offer loyalty discounts for returning customers</a:t>
            </a:r>
          </a:p>
          <a:p>
            <a:r>
              <a:t>• Track monthly sales growth regularly</a:t>
            </a:r>
          </a:p>
          <a:p>
            <a:r>
              <a:t>• Focus on profitable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50695" y="617004"/>
            <a:ext cx="8229600" cy="954555"/>
          </a:xfrm>
        </p:spPr>
        <p:txBody>
          <a:bodyPr/>
          <a:lstStyle/>
          <a:p>
            <a:r>
              <a:rPr dirty="0"/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4282" y="1094282"/>
            <a:ext cx="6955436" cy="5031881"/>
          </a:xfrm>
        </p:spPr>
        <p:txBody>
          <a:bodyPr>
            <a:normAutofit/>
          </a:bodyPr>
          <a:lstStyle/>
          <a:p>
            <a:r>
              <a:rPr dirty="0"/>
              <a:t>This project analyzes an online shopping dataset to evaluate sales, profit, and growth trends.</a:t>
            </a:r>
          </a:p>
          <a:p>
            <a:r>
              <a:rPr dirty="0"/>
              <a:t>Electronics category contributes the highest revenue and profit margins.</a:t>
            </a:r>
          </a:p>
          <a:p>
            <a:r>
              <a:rPr dirty="0"/>
              <a:t>Returning customers generate consistent income for the business.</a:t>
            </a:r>
          </a:p>
          <a:p>
            <a:r>
              <a:rPr dirty="0"/>
              <a:t>Sales growth indicates steady business expansion across regions.</a:t>
            </a:r>
          </a:p>
          <a:p>
            <a:r>
              <a:rPr dirty="0"/>
              <a:t>The analysis helps businesses improve marketing strategies and product planning.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9</TotalTime>
  <Words>181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MS Shell Dlg 2</vt:lpstr>
      <vt:lpstr>Wingdings</vt:lpstr>
      <vt:lpstr>Wingdings 3</vt:lpstr>
      <vt:lpstr>Madison</vt:lpstr>
      <vt:lpstr>Online Shopping Sales Analysis</vt:lpstr>
      <vt:lpstr>Dataset Overview</vt:lpstr>
      <vt:lpstr>Key Business Metrics</vt:lpstr>
      <vt:lpstr>Sample Insights</vt:lpstr>
      <vt:lpstr>Conclusion</vt:lpstr>
      <vt:lpstr>Project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2026-02-17T17:00:09Z</dcterms:modified>
  <cp:category/>
</cp:coreProperties>
</file>